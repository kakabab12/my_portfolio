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6E17E-F1AE-C181-4125-5DAFF6DC75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6600" dirty="0"/>
              <a:t>임베디드 리눅스</a:t>
            </a:r>
            <a:br>
              <a:rPr lang="en-US" altLang="ko-KR" sz="6600" dirty="0"/>
            </a:br>
            <a:r>
              <a:rPr lang="ko-KR" altLang="en-US" sz="6600" dirty="0"/>
              <a:t>스마트 홈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6F079D-25AF-231A-2599-B9BE60E08D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20119160</a:t>
            </a:r>
            <a:r>
              <a:rPr lang="ko-KR" altLang="en-US" dirty="0"/>
              <a:t> 이지용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49366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5BF26-522D-1506-8EEB-1BBB8944E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-1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5E7926-BCF9-BA89-A2DA-A6D865973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 </a:t>
            </a:r>
            <a:r>
              <a:rPr lang="en-US" altLang="ko-KR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활발한 아기들을 위한 </a:t>
            </a:r>
            <a:r>
              <a:rPr lang="ko-KR" altLang="en-US" b="1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바디캠</a:t>
            </a:r>
            <a:endParaRPr lang="ko-KR" altLang="en-US" b="1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indent="0">
              <a:buNone/>
            </a:pPr>
            <a:endParaRPr lang="en-US" altLang="ko-KR" sz="1800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카메라 모듈을 활용하여 아침 시간 동안 아기들의 활동을 기록하고 실시간으로 관찰할 수 있는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바디캠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입니다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8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Franklin Gothic Book" panose="020B0503020102020204" pitchFamily="34" charset="0"/>
              <a:buAutoNum type="arabicPeriod"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네트워크를 통해 실시간 스트리밍이 가능하도록 설계되었습니다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Franklin Gothic Book" panose="020B0503020102020204" pitchFamily="34" charset="0"/>
              <a:buAutoNum type="arabicPeriod"/>
            </a:pPr>
            <a:endParaRPr lang="en-US" altLang="ko-KR" sz="1800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Franklin Gothic Book" panose="020B0503020102020204" pitchFamily="34" charset="0"/>
              <a:buAutoNum type="arabicPeriod"/>
            </a:pPr>
            <a:r>
              <a:rPr lang="ko-KR" altLang="en-US" sz="18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사용자가 실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시간으로 확인할 수 있는 기능을 제공합니다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342900" indent="-342900">
              <a:buFont typeface="Franklin Gothic Book" panose="020B0503020102020204" pitchFamily="34" charset="0"/>
              <a:buAutoNum type="arabicPeriod"/>
            </a:pP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342900" indent="-342900">
              <a:buAutoNum type="arabicPeriod"/>
            </a:pP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3212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66D30-F627-98DB-EA0D-5A04B36C7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0F4EE7-5145-CD38-E4A1-4CC61F638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just" fontAlgn="base" latinLnBrk="1">
              <a:lnSpc>
                <a:spcPct val="120000"/>
              </a:lnSpc>
              <a:buAutoNum type="arabicPeriod"/>
            </a:pP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sudo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python3 bodycam.py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 실행을 하면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Live Video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켜집니다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 algn="just" fontAlgn="base">
              <a:lnSpc>
                <a:spcPct val="120000"/>
              </a:lnSpc>
              <a:buFont typeface="Franklin Gothic Book" panose="020B0503020102020204" pitchFamily="34" charset="0"/>
              <a:buAutoNum type="arabicPeriod"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카메라가 켜지면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LED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켜지고 카메라가 꺼지면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LED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꺼지게 됩니다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 algn="just" fontAlgn="base">
              <a:lnSpc>
                <a:spcPct val="120000"/>
              </a:lnSpc>
              <a:buFont typeface="Franklin Gothic Book" panose="020B0503020102020204" pitchFamily="34" charset="0"/>
              <a:buAutoNum type="arabicPeriod"/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LED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작동 상태를 표시하는 신호 역할을 하며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어두운 곳에서는 조명 역할도 합니다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 algn="just" fontAlgn="base">
              <a:lnSpc>
                <a:spcPct val="120000"/>
              </a:lnSpc>
              <a:buFont typeface="Franklin Gothic Book" panose="020B0503020102020204" pitchFamily="34" charset="0"/>
              <a:buAutoNum type="arabicPeriod"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카메라는 사용자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아기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주변 환경을 볼 수 있습니다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342900" indent="-342900" algn="just" fontAlgn="base">
              <a:lnSpc>
                <a:spcPct val="120000"/>
              </a:lnSpc>
              <a:buFont typeface="Franklin Gothic Book" panose="020B0503020102020204" pitchFamily="34" charset="0"/>
              <a:buAutoNum type="arabicPeriod"/>
            </a:pP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342900" indent="-342900" algn="just" fontAlgn="base">
              <a:lnSpc>
                <a:spcPct val="120000"/>
              </a:lnSpc>
              <a:buFont typeface="Franklin Gothic Book" panose="020B0503020102020204" pitchFamily="34" charset="0"/>
              <a:buAutoNum type="arabicPeriod"/>
            </a:pP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8083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32283-9511-35D8-DFB2-AD9D76915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선정이유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37676A-41DB-1EE9-714B-32C097379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현대의 많은 맞벌이 부부는 충분한 수면을 취하지 못한 상태에서 아이들을 돌보는 것은 육체적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정신적으로 큰 부담이 될 수 있습니다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800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Franklin Gothic Book" panose="020B0503020102020204" pitchFamily="34" charset="0"/>
              <a:buAutoNum type="arabicPeriod"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이러한 현실을 고려하여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본 프로젝트는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아기들의 아침 활동을 실시간으로 기록하고 관찰할 수 있는 </a:t>
            </a:r>
            <a:r>
              <a:rPr lang="ko-KR" altLang="en-US" sz="1800" b="1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바디캠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개발하였습니다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342900" indent="-342900">
              <a:buAutoNum type="arabicPeriod"/>
            </a:pP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2535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C048B-9E4D-F0AF-9A82-8AAC091D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4530A3-DAA1-34FD-810E-6417C8594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5758" y="1747319"/>
            <a:ext cx="4028792" cy="4988459"/>
          </a:xfrm>
        </p:spPr>
        <p:txBody>
          <a:bodyPr>
            <a:no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import time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import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RPi.GPIO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as GPIO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from picamera2 import Picamera2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import cv2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GPIO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핀 번호 설정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LED_PIN = 17</a:t>
            </a: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LED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핀 </a:t>
            </a: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(GPIO 17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GPIO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GPIO.setmode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(GPIO.BCM)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GPIO.setup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(LED_PIN, GPIO.OUT)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GPIO.output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(LED_PIN, GPIO.LOW)</a:t>
            </a: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시작 시 </a:t>
            </a: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LED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꺼짐 상태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Picamera2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picam2 = Picamera2()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def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video_stream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():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try: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131878-0CB9-8FD5-3BBD-3BC34F4F2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9616" y="1738265"/>
            <a:ext cx="5568270" cy="4707801"/>
          </a:xfrm>
        </p:spPr>
        <p:txBody>
          <a:bodyPr>
            <a:no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카메라 시작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picam2.start()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print("</a:t>
            </a:r>
            <a:r>
              <a:rPr lang="ko-KR" altLang="en-US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카메라가 켜졌습니다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.")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GPIO.output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(LED_PIN, GPIO.HIGH)</a:t>
            </a: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카메라가 켜지면 </a:t>
            </a: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LED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켜기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실시간 비디오 스트리밍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while True: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frame = picam2.capture_array()</a:t>
            </a: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카메라에서 프레임 캡처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영상 크기 조정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frame_resized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 cv2.resize(frame, (640, 480))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영상 출력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cv2.imshow("Live Video",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frame_resized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endParaRPr lang="ko-KR" altLang="en-US" sz="1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B5442C3-F274-B14A-2927-3FD8D0A87F9E}"/>
              </a:ext>
            </a:extLst>
          </p:cNvPr>
          <p:cNvSpPr txBox="1">
            <a:spLocks/>
          </p:cNvSpPr>
          <p:nvPr/>
        </p:nvSpPr>
        <p:spPr>
          <a:xfrm>
            <a:off x="7292566" y="1738266"/>
            <a:ext cx="4447786" cy="443393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sz="36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 'q' </a:t>
            </a:r>
            <a:r>
              <a:rPr lang="ko-KR" altLang="en-US" sz="36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키를 눌러 종료</a:t>
            </a:r>
            <a:endParaRPr lang="ko-KR" altLang="en-US" sz="3600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 cv2.waitKey(1) &amp; 0xFF == </a:t>
            </a:r>
            <a:r>
              <a:rPr lang="en-US" altLang="ko-KR" sz="3600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ord</a:t>
            </a: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('q'):</a:t>
            </a:r>
            <a:endParaRPr lang="en-US" altLang="ko-KR" sz="3600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break</a:t>
            </a:r>
            <a:endParaRPr lang="en-US" altLang="ko-KR" sz="3600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except </a:t>
            </a:r>
            <a:r>
              <a:rPr lang="en-US" altLang="ko-KR" sz="3600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KeyboardInterrupt</a:t>
            </a: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endParaRPr lang="en-US" altLang="ko-KR" sz="3600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print("</a:t>
            </a:r>
            <a:r>
              <a:rPr lang="ko-KR" altLang="en-US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프로그램이 중단되었습니다</a:t>
            </a: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.")</a:t>
            </a:r>
            <a:endParaRPr lang="ko-KR" altLang="en-US" sz="3600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finally:</a:t>
            </a:r>
            <a:endParaRPr lang="en-US" altLang="ko-KR" sz="3600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sz="36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36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카메라 중지 및 정리</a:t>
            </a:r>
            <a:endParaRPr lang="ko-KR" altLang="en-US" sz="3600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picam2.stop()</a:t>
            </a:r>
            <a:endParaRPr lang="en-US" altLang="ko-KR" sz="3600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print("</a:t>
            </a:r>
            <a:r>
              <a:rPr lang="ko-KR" altLang="en-US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카메라가 꺼졌습니다</a:t>
            </a: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.")</a:t>
            </a:r>
            <a:endParaRPr lang="ko-KR" altLang="en-US" sz="3600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sz="3600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GPIO.output</a:t>
            </a: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(LED_PIN, GPIO.LOW)</a:t>
            </a:r>
            <a:r>
              <a:rPr lang="en-US" altLang="ko-KR" sz="36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36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카메라가 꺼지면 </a:t>
            </a:r>
            <a:r>
              <a:rPr lang="en-US" altLang="ko-KR" sz="36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LED </a:t>
            </a:r>
            <a:r>
              <a:rPr lang="ko-KR" altLang="en-US" sz="36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끄기</a:t>
            </a:r>
            <a:endParaRPr lang="ko-KR" altLang="en-US" sz="3600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cv2.destroyAllWindows()</a:t>
            </a:r>
            <a:endParaRPr lang="en-US" altLang="ko-KR" sz="3600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sz="3600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GPIO.cleanup</a:t>
            </a: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endParaRPr lang="en-US" altLang="ko-KR" sz="3600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 __name__ == "__main__":</a:t>
            </a:r>
            <a:endParaRPr lang="en-US" altLang="ko-KR" sz="3600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sz="3600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video_stream</a:t>
            </a:r>
            <a:r>
              <a:rPr lang="en-US" altLang="ko-KR" sz="3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endParaRPr lang="en-US" altLang="ko-KR" sz="3600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2737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ABF39-90B6-51AF-42FC-755B79D80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4417ED-445D-D1F7-98A1-253F3244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B80802-DFBD-9B29-9647-97F46BD5B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주제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배달 감지 센서 카메라</a:t>
            </a:r>
            <a:endParaRPr lang="ko-KR" altLang="en-US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indent="0">
              <a:buNone/>
            </a:pPr>
            <a:endParaRPr lang="en-US" altLang="ko-KR" sz="1800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lvl="0" indent="-342900" algn="just" fontAlgn="base" latinLnBrk="1">
              <a:lnSpc>
                <a:spcPct val="120000"/>
              </a:lnSpc>
              <a:buAutoNum type="arabicPeriod"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카메라 모듈과 초음파 센서 모듈을 활용하여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배달 물품이 도착했을 때 이를 감지하고 사용자에게 보여주는 카메라 입니다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marR="0" lvl="0" indent="-342900" algn="just" fontAlgn="base" latinLnBrk="1">
              <a:lnSpc>
                <a:spcPct val="120000"/>
              </a:lnSpc>
              <a:buAutoNum type="arabicPeriod"/>
            </a:pPr>
            <a:endParaRPr lang="en-US" altLang="ko-KR" sz="18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just" fontAlgn="base">
              <a:lnSpc>
                <a:spcPct val="120000"/>
              </a:lnSpc>
              <a:buFont typeface="Franklin Gothic Book" panose="020B0503020102020204" pitchFamily="34" charset="0"/>
              <a:buAutoNum type="arabicPeriod"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초음파 센서는 물리적 움직임이나 특정 조건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물체의 접근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감지하여 사용자의 화면에 감지 되었다고 나오게 됩니다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8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lvl="0" indent="-342900" algn="just" fontAlgn="base" latinLnBrk="1">
              <a:lnSpc>
                <a:spcPct val="120000"/>
              </a:lnSpc>
              <a:buAutoNum type="arabicPeriod"/>
            </a:pPr>
            <a:endParaRPr lang="en-US" altLang="ko-KR" sz="18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just" fontAlgn="base" latinLnBrk="1">
              <a:lnSpc>
                <a:spcPct val="120000"/>
              </a:lnSpc>
              <a:buNone/>
            </a:pPr>
            <a:endParaRPr lang="en-US" altLang="ko-KR" sz="1800" b="1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just" fontAlgn="base" latinLnBrk="1">
              <a:lnSpc>
                <a:spcPct val="120000"/>
              </a:lnSpc>
              <a:buNone/>
            </a:pP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342900" indent="-342900">
              <a:buFont typeface="Franklin Gothic Book" panose="020B0503020102020204" pitchFamily="34" charset="0"/>
              <a:buAutoNum type="arabicPeriod"/>
            </a:pP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342900" indent="-342900">
              <a:buAutoNum type="arabicPeriod"/>
            </a:pP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5228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596E0-BF78-BAEE-ADD6-D900383E8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BE1ABF-D52C-18F3-514F-358AE5761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78A469-A904-E071-7A8D-736139C4E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just" fontAlgn="base" latinLnBrk="1">
              <a:lnSpc>
                <a:spcPct val="120000"/>
              </a:lnSpc>
              <a:buAutoNum type="arabicPeriod"/>
            </a:pP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sudo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python3 fooddetect.py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 실행을 하면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Live Video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켜집니다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 algn="just" fontAlgn="base">
              <a:lnSpc>
                <a:spcPct val="120000"/>
              </a:lnSpc>
              <a:buFont typeface="Franklin Gothic Book" panose="020B0503020102020204" pitchFamily="34" charset="0"/>
              <a:buAutoNum type="arabicPeriod"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초음파 센서가 물건을 감지하면 화면에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배달이 감지되었습니다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라는 메시지가 표시되며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물건이 없으면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아무것도 감지되지 않았습니다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라고 표시됩니다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이를 통해 상태를 쉽게 확인할 수 있습니다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 algn="just" fontAlgn="base">
              <a:lnSpc>
                <a:spcPct val="120000"/>
              </a:lnSpc>
              <a:buFont typeface="Franklin Gothic Book" panose="020B0503020102020204" pitchFamily="34" charset="0"/>
              <a:buAutoNum type="arabicPeriod"/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LED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작동 상태를 표시하는 신호 역할을 하며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어두운 곳에서는 조명 역할도 합니다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또한 물건이 감지되면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LED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켜지도록 설계되었습니다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 algn="just" fontAlgn="base">
              <a:lnSpc>
                <a:spcPct val="120000"/>
              </a:lnSpc>
              <a:buFont typeface="Franklin Gothic Book" panose="020B0503020102020204" pitchFamily="34" charset="0"/>
              <a:buAutoNum type="arabicPeriod"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카메라는 실시간으로 문 앞에 물건들을 확인 할 수 있습니다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342900" indent="-342900" algn="just" fontAlgn="base">
              <a:lnSpc>
                <a:spcPct val="120000"/>
              </a:lnSpc>
              <a:buFont typeface="Franklin Gothic Book" panose="020B0503020102020204" pitchFamily="34" charset="0"/>
              <a:buAutoNum type="arabicPeriod"/>
            </a:pP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0113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EA14E-4BC3-2009-B0B2-491BB70E9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72CB1-24B5-B402-6609-C03FD6DC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선정이유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6A0907-FC57-B3B0-C206-BDA9865C1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 fontAlgn="base">
              <a:lnSpc>
                <a:spcPct val="120000"/>
              </a:lnSpc>
              <a:buFont typeface="Franklin Gothic Book" panose="020B0503020102020204" pitchFamily="34" charset="0"/>
              <a:buAutoNum type="arabicPeriod"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현재의 현관 초인종은 바닥을 제외한 정면에 보이는 것 만 확인할 수 있지만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바닥 부분이 보이지 않는다는 단점이 있습니다</a:t>
            </a:r>
            <a:r>
              <a:rPr lang="en-US" altLang="ko-KR" sz="18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 algn="just" fontAlgn="base">
              <a:lnSpc>
                <a:spcPct val="120000"/>
              </a:lnSpc>
              <a:buFont typeface="Franklin Gothic Book" panose="020B0503020102020204" pitchFamily="34" charset="0"/>
              <a:buAutoNum type="arabicPeriod"/>
            </a:pPr>
            <a:endParaRPr lang="en-US" altLang="ko-KR" sz="1800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just" fontAlgn="base">
              <a:lnSpc>
                <a:spcPct val="120000"/>
              </a:lnSpc>
              <a:buFont typeface="Franklin Gothic Book" panose="020B0503020102020204" pitchFamily="34" charset="0"/>
              <a:buAutoNum type="arabicPeriod"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초인종의 바닥 부분을 확인할 수 없는 이러한 단점을 해결하기 위해 새로운 접근 방식을 제안하게 되었습니다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..</a:t>
            </a:r>
          </a:p>
          <a:p>
            <a:pPr marL="342900" marR="0" lvl="0" indent="-342900" algn="just" fontAlgn="base" latinLnBrk="1">
              <a:lnSpc>
                <a:spcPct val="120000"/>
              </a:lnSpc>
              <a:buAutoNum type="arabicPeriod"/>
            </a:pP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indent="0">
              <a:buNone/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배달기사가 초인종을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안누르고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문 앞에 배달음식을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두고간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상황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indent="0">
              <a:buNone/>
            </a:pPr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endParaRPr lang="ko-KR" altLang="en-US" sz="18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1287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3E351-E73C-CAB5-0ADB-75C73744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20769-F154-3A05-6DE4-0C027583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27123F-FCAE-09BC-F444-7D4760AD5D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5758" y="1747319"/>
            <a:ext cx="4028792" cy="4988459"/>
          </a:xfrm>
        </p:spPr>
        <p:txBody>
          <a:bodyPr>
            <a:no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import time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import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RPi.GPIO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as GPIO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import cv2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from picamera2 import Picamera2</a:t>
            </a: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picamera2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사용하여 카메라 제어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초음파 센서 핀 설정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TRIG_PIN = 23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ECHO_PIN = 24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LED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핀 설정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LED_PIN = 25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GPIO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GPIO.setmode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(GPIO.BCM)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GPIO.setup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(TRIG_PIN, GPIO.OUT)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GPIO.setup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(ECHO_PIN, GPIO.IN)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GPIO.setup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(LED_PIN, GPIO.OUT)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1710C-7B41-CBC1-287D-E5342FA92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642" y="1747319"/>
            <a:ext cx="5568270" cy="4707801"/>
          </a:xfrm>
        </p:spPr>
        <p:txBody>
          <a:bodyPr>
            <a:no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초음파 센서로 거리 측정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def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get_distance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():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GPIO.output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(TRIG_PIN, GPIO.HIGH)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time.sleep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(0.00001)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GPIO.output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(TRIG_PIN, GPIO.LOW)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pulse_start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time.time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while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GPIO.input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(ECHO_PIN) == GPIO.LOW: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pulse_start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time.time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pulse_end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time.time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while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GPIO.input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(ECHO_PIN) == GPIO.HIGH: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pulse_end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time.time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pulse_duration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pulse_end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pulse_start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distance =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pulse_duration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* 17150</a:t>
            </a: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센서에서의 거리 계산 </a:t>
            </a: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(cm)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return distance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endParaRPr lang="ko-KR" altLang="en-US" sz="1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6EF6468-2AAE-0036-51A8-EF6630B9AAEB}"/>
              </a:ext>
            </a:extLst>
          </p:cNvPr>
          <p:cNvSpPr txBox="1">
            <a:spLocks/>
          </p:cNvSpPr>
          <p:nvPr/>
        </p:nvSpPr>
        <p:spPr>
          <a:xfrm>
            <a:off x="8143592" y="1756372"/>
            <a:ext cx="4447786" cy="497940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배달 감지 함수</a:t>
            </a:r>
            <a:endParaRPr lang="ko-KR" altLang="en-US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def </a:t>
            </a:r>
            <a:r>
              <a:rPr lang="en-US" altLang="ko-KR" sz="36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detect_food</a:t>
            </a: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():</a:t>
            </a:r>
            <a:endParaRPr lang="en-US" altLang="ko-KR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distance = </a:t>
            </a:r>
            <a:r>
              <a:rPr lang="en-US" altLang="ko-KR" sz="36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get_distance</a:t>
            </a: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endParaRPr lang="en-US" altLang="ko-KR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if distance &lt; 10:</a:t>
            </a:r>
            <a:r>
              <a:rPr lang="en-US" altLang="ko-KR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음식이 감지되었을 때 </a:t>
            </a:r>
            <a:r>
              <a:rPr lang="en-US" altLang="ko-KR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10cm </a:t>
            </a:r>
            <a:r>
              <a:rPr lang="ko-KR" altLang="en-US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이하</a:t>
            </a:r>
            <a:r>
              <a:rPr lang="en-US" altLang="ko-KR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GPIO.output</a:t>
            </a: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(LED_PIN, GPIO.HIGH)</a:t>
            </a:r>
            <a:r>
              <a:rPr lang="en-US" altLang="ko-KR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LED </a:t>
            </a:r>
            <a:r>
              <a:rPr lang="ko-KR" altLang="en-US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켜기</a:t>
            </a:r>
            <a:endParaRPr lang="ko-KR" altLang="en-US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return "</a:t>
            </a:r>
            <a:r>
              <a:rPr lang="en-US" altLang="ko-KR" sz="36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Baedal</a:t>
            </a: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object detect!!"</a:t>
            </a:r>
            <a:r>
              <a:rPr lang="en-US" altLang="ko-KR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텍스트로 감지된 상태 출력</a:t>
            </a:r>
            <a:endParaRPr lang="ko-KR" altLang="en-US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else:</a:t>
            </a:r>
            <a:endParaRPr lang="en-US" altLang="ko-KR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GPIO.output</a:t>
            </a: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(LED_PIN, GPIO.LOW)</a:t>
            </a:r>
            <a:r>
              <a:rPr lang="en-US" altLang="ko-KR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LED </a:t>
            </a:r>
            <a:r>
              <a:rPr lang="ko-KR" altLang="en-US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끄기</a:t>
            </a:r>
            <a:endParaRPr lang="ko-KR" altLang="en-US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return "There is nothing."</a:t>
            </a:r>
            <a:r>
              <a:rPr lang="en-US" altLang="ko-KR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텍스트로 상태 출력</a:t>
            </a:r>
            <a:endParaRPr lang="ko-KR" altLang="en-US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실시간 영상 스트리밍 함수</a:t>
            </a:r>
            <a:endParaRPr lang="ko-KR" altLang="en-US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def </a:t>
            </a:r>
            <a:r>
              <a:rPr lang="en-US" altLang="ko-KR" sz="36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video_stream</a:t>
            </a: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():</a:t>
            </a:r>
            <a:endParaRPr lang="en-US" altLang="ko-KR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picam2 = Picamera2()</a:t>
            </a:r>
            <a:r>
              <a:rPr lang="en-US" altLang="ko-KR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Picamera2 </a:t>
            </a:r>
            <a:r>
              <a:rPr lang="ko-KR" altLang="en-US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객체 생성</a:t>
            </a:r>
            <a:endParaRPr lang="ko-KR" altLang="en-US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picam2.start()</a:t>
            </a:r>
            <a:r>
              <a:rPr lang="en-US" altLang="ko-KR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카메라 시작</a:t>
            </a:r>
            <a:endParaRPr lang="ko-KR" altLang="en-US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while True:</a:t>
            </a:r>
            <a:endParaRPr lang="en-US" altLang="ko-KR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3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frame = picam2.capture_array()</a:t>
            </a:r>
            <a:r>
              <a:rPr lang="en-US" altLang="ko-KR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36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카메라에서 프레임을 캡처</a:t>
            </a:r>
            <a:endParaRPr lang="ko-KR" altLang="en-US" sz="36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1320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1B5DD-3B51-EAC6-33B1-464725DB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DFFB6-45C3-7F79-D9C1-C07515308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6EA48E-60F0-2845-EBB9-57417DC092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5758" y="1747319"/>
            <a:ext cx="4028792" cy="4988459"/>
          </a:xfrm>
        </p:spPr>
        <p:txBody>
          <a:bodyPr>
            <a:no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영상 크기 조정 </a:t>
            </a: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640x480)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frame_resized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 cv2.resize(frame, (640, 480))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초음파 센서로 음식 감지 및 상태 출력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status =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detect_food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상태 텍스트를 이미지에 추가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font = cv2.FONT_HERSHEY_SIMPLEX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cv2.putText(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frame_resized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status, (10, 30), font, 1, (0, 255, 0), 2, cv2.LINE_AA)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영상 출력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cv2.imshow("Live Video",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frame_resized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'q'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키를 눌러 종료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if cv2.waitKey(1) &amp; 0xFF == </a:t>
            </a:r>
            <a:r>
              <a:rPr lang="en-US" altLang="ko-KR" sz="9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ord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('q'):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break</a:t>
            </a: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picam2.stop()</a:t>
            </a:r>
            <a:r>
              <a:rPr lang="en-US" altLang="ko-KR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900" b="1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카메라 정지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buNone/>
            </a:pPr>
            <a:endParaRPr lang="en-US" altLang="ko-KR" sz="9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0DA7737-D619-DCF2-B36E-D9A84EF73070}"/>
              </a:ext>
            </a:extLst>
          </p:cNvPr>
          <p:cNvSpPr txBox="1">
            <a:spLocks/>
          </p:cNvSpPr>
          <p:nvPr/>
        </p:nvSpPr>
        <p:spPr>
          <a:xfrm>
            <a:off x="5572408" y="1747319"/>
            <a:ext cx="4447786" cy="3581401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picam2.stop()</a:t>
            </a:r>
            <a:r>
              <a:rPr lang="en-US" altLang="ko-KR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카메라 정지</a:t>
            </a:r>
            <a:endParaRPr lang="ko-KR" altLang="en-US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cv2.destroyAllWindows()</a:t>
            </a:r>
            <a:endParaRPr lang="en-US" altLang="ko-KR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시작</a:t>
            </a:r>
            <a:endParaRPr lang="ko-KR" altLang="en-US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 __name__ == '__main__':</a:t>
            </a:r>
            <a:endParaRPr lang="en-US" altLang="ko-KR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try:</a:t>
            </a:r>
            <a:endParaRPr lang="en-US" altLang="ko-KR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video_stream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r>
              <a:rPr lang="en-US" altLang="ko-KR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실시간 영상 스트리밍 시작</a:t>
            </a:r>
            <a:endParaRPr lang="ko-KR" altLang="en-US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except </a:t>
            </a:r>
            <a:r>
              <a:rPr lang="en-US" altLang="ko-KR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KeyboardInterrupt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endParaRPr lang="en-US" altLang="ko-KR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GPIO.cleanup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r>
              <a:rPr lang="en-US" altLang="ko-KR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종료 시 </a:t>
            </a:r>
            <a:r>
              <a:rPr lang="en-US" altLang="ko-KR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GPIO </a:t>
            </a:r>
            <a:r>
              <a:rPr lang="ko-KR" altLang="en-US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정리</a:t>
            </a:r>
            <a:endParaRPr lang="ko-KR" altLang="en-US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pPr marL="0" indent="0" algn="just" fontAlgn="base">
              <a:lnSpc>
                <a:spcPct val="160000"/>
              </a:lnSpc>
              <a:buFont typeface="Franklin Gothic Book" panose="020B0503020102020204" pitchFamily="34" charset="0"/>
              <a:buNone/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cv2.destroyAllWindows()</a:t>
            </a:r>
            <a:r>
              <a:rPr lang="en-US" altLang="ko-KR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 OpenCV </a:t>
            </a:r>
            <a:r>
              <a:rPr lang="ko-KR" altLang="en-US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 닫기</a:t>
            </a:r>
            <a:endParaRPr lang="ko-KR" altLang="en-US" kern="0" dirty="0">
              <a:solidFill>
                <a:srgbClr val="000000"/>
              </a:solidFill>
              <a:latin typeface="바탕" panose="02030600000101010101" pitchFamily="18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6845258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37</TotalTime>
  <Words>1072</Words>
  <Application>Microsoft Office PowerPoint</Application>
  <PresentationFormat>와이드스크린</PresentationFormat>
  <Paragraphs>151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바탕</vt:lpstr>
      <vt:lpstr>Franklin Gothic Book</vt:lpstr>
      <vt:lpstr>자르기</vt:lpstr>
      <vt:lpstr>임베디드 리눅스 스마트 홈 프로젝트</vt:lpstr>
      <vt:lpstr>프로젝트-1 설명</vt:lpstr>
      <vt:lpstr>기능</vt:lpstr>
      <vt:lpstr>선정이유</vt:lpstr>
      <vt:lpstr>코드</vt:lpstr>
      <vt:lpstr>프로젝트-2 설명</vt:lpstr>
      <vt:lpstr>기능</vt:lpstr>
      <vt:lpstr>선정이유</vt:lpstr>
      <vt:lpstr>코드</vt:lpstr>
      <vt:lpstr>코드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ONG Y</dc:creator>
  <cp:lastModifiedBy>ONG Y</cp:lastModifiedBy>
  <cp:revision>7</cp:revision>
  <dcterms:created xsi:type="dcterms:W3CDTF">2024-12-05T16:13:23Z</dcterms:created>
  <dcterms:modified xsi:type="dcterms:W3CDTF">2024-12-05T16:55:08Z</dcterms:modified>
</cp:coreProperties>
</file>